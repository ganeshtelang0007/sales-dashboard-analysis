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0C61B20-BE29-443C-BF6A-21EB821E90A0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4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7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2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6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3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0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9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1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9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7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24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8781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1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11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63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6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5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Internship Project</a:t>
            </a:r>
          </a:p>
          <a:p>
            <a:r>
              <a:t>Superstore Sales Dataset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Superstore Sales Dataset</a:t>
            </a:r>
          </a:p>
          <a:p>
            <a:r>
              <a:t>• ~10,000 orders</a:t>
            </a:r>
          </a:p>
          <a:p>
            <a:r>
              <a:t>• Key fields: Order Date, Region, Category, Product, Sales, Quantity, Profit</a:t>
            </a:r>
          </a:p>
          <a:p>
            <a:r>
              <a:t>• Tools Used: Power BI, DAX, Power Query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pic>
        <p:nvPicPr>
          <p:cNvPr id="3" name="Picture 2" descr="Sales Dashboard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229600" cy="4659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B8DF4-B126-8C44-7B78-502490383A34}"/>
              </a:ext>
            </a:extLst>
          </p:cNvPr>
          <p:cNvSpPr txBox="1"/>
          <p:nvPr/>
        </p:nvSpPr>
        <p:spPr>
          <a:xfrm>
            <a:off x="63908" y="249186"/>
            <a:ext cx="406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Sales Dashboard 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West region generated the highest sales (~0.73M).</a:t>
            </a:r>
          </a:p>
          <a:p>
            <a:r>
              <a:t>• Technology was the top-performing category (~836K sales).</a:t>
            </a:r>
          </a:p>
          <a:p>
            <a:r>
              <a:t>• November recorded the highest monthly sales (~0.37M).</a:t>
            </a:r>
          </a:p>
          <a:p>
            <a:r>
              <a:t>• Canon products were among the best-selling products.</a:t>
            </a:r>
          </a:p>
          <a:p>
            <a:r>
              <a:t>• Sales performance was strongest in the West and East regions.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clear view of sales performance across regions, categories, products, and time periods. Business users can use these insights to improve decision-making, focus on high-performing categories, and optimize sales strategies.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67BFC-AEB1-F862-BCEB-6DE1D81D0116}"/>
              </a:ext>
            </a:extLst>
          </p:cNvPr>
          <p:cNvSpPr txBox="1"/>
          <p:nvPr/>
        </p:nvSpPr>
        <p:spPr>
          <a:xfrm>
            <a:off x="5378245" y="5328047"/>
            <a:ext cx="32348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ptos Display" panose="020B0004020202020204" pitchFamily="34" charset="0"/>
              </a:rPr>
              <a:t>Prepared and Submitted By</a:t>
            </a:r>
            <a:br>
              <a:rPr lang="en-US" sz="1400" dirty="0">
                <a:latin typeface="Aptos Display" panose="020B0004020202020204" pitchFamily="34" charset="0"/>
              </a:rPr>
            </a:br>
            <a:r>
              <a:rPr lang="en-US" sz="1400" b="1" dirty="0">
                <a:latin typeface="Aptos Display" panose="020B0004020202020204" pitchFamily="34" charset="0"/>
              </a:rPr>
              <a:t>Ganesh Telang</a:t>
            </a:r>
            <a:br>
              <a:rPr lang="en-US" sz="1400" dirty="0">
                <a:latin typeface="Aptos Display" panose="020B0004020202020204" pitchFamily="34" charset="0"/>
              </a:rPr>
            </a:br>
            <a:r>
              <a:rPr lang="en-US" sz="1400" b="1" dirty="0">
                <a:latin typeface="Aptos Display" panose="020B0004020202020204" pitchFamily="34" charset="0"/>
              </a:rPr>
              <a:t>Data Analytics Intern</a:t>
            </a:r>
            <a:br>
              <a:rPr lang="en-US" sz="1400" dirty="0">
                <a:latin typeface="Aptos Display" panose="020B0004020202020204" pitchFamily="34" charset="0"/>
              </a:rPr>
            </a:br>
            <a:r>
              <a:rPr lang="en-US" sz="1400" b="1" dirty="0" err="1">
                <a:latin typeface="Aptos Display" panose="020B0004020202020204" pitchFamily="34" charset="0"/>
              </a:rPr>
              <a:t>SkillInfyTech</a:t>
            </a:r>
            <a:r>
              <a:rPr lang="en-US" sz="1400" b="1" dirty="0">
                <a:latin typeface="Aptos Display" panose="020B0004020202020204" pitchFamily="34" charset="0"/>
              </a:rPr>
              <a:t> IT Solutions</a:t>
            </a:r>
            <a:r>
              <a:rPr lang="en-US" sz="1400" dirty="0">
                <a:latin typeface="Aptos Display" panose="020B0004020202020204" pitchFamily="34" charset="0"/>
              </a:rPr>
              <a:t> (if applicable)</a:t>
            </a:r>
          </a:p>
          <a:p>
            <a:endParaRPr lang="en-IN" dirty="0"/>
          </a:p>
        </p:txBody>
      </p:sp>
    </p:spTree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</TotalTime>
  <Words>166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Arial Black</vt:lpstr>
      <vt:lpstr>Tw Cen MT</vt:lpstr>
      <vt:lpstr>Circuit</vt:lpstr>
      <vt:lpstr>Sales Dashboard Analysis</vt:lpstr>
      <vt:lpstr>Dataset Overview</vt:lpstr>
      <vt:lpstr>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Ganesh Telang</cp:lastModifiedBy>
  <cp:revision>2</cp:revision>
  <dcterms:created xsi:type="dcterms:W3CDTF">2013-01-27T09:14:16Z</dcterms:created>
  <dcterms:modified xsi:type="dcterms:W3CDTF">2026-05-31T10:44:39Z</dcterms:modified>
  <cp:category/>
</cp:coreProperties>
</file>